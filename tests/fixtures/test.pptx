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/>
        <p:spPr/>
        <p:txBody>
          <a:p>
            <a:r>
              <a:t>Pitch Perfect AI - The Problem</a:t>
            </a:r>
          </a:p>
          <a:p>
            <a:r>
              <a:t>Founders struggle to prepare compelling investor pitches.</a:t>
            </a:r>
          </a:p>
          <a:p>
            <a:r>
              <a:t>90% of pitch decks fail to secure funding.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/>
        <p:spPr/>
        <p:txBody>
          <a:p>
            <a:r>
              <a:t>Market Opportunity</a:t>
            </a:r>
          </a:p>
          <a:p>
            <a:r>
              <a:t>TAM: $4.2B in pitch coaching and investor readiness tools.</a:t>
            </a:r>
          </a:p>
          <a:p>
            <a:r>
              <a:t>We have 500 beta users and 85% satisfaction rate.</a:t>
            </a:r>
          </a:p>
        </p:txBody>
      </p:sp>
    </p:spTree>
  </p:cSld>
</p:sld>
</file>